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Partner Self-Service 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 Summit — Q2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600 to 6,000 partners. 18 months. One platform.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Imperative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600 partners, manual onboarding, 2-4 week wait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6,000 partners by December 2027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cannot hire 10x more staff — we must go self-service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 growth in 18 months requires a 10x change in how we operate.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onboarding is slow, manual, and brittle: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back-and-forth to collect documents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Print, sign, scan contracts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calls with our team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of waiting between each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 Great boutiques give up. Our team is the constraint.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Urgency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ZALANDO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Ahead of us today.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Mature partner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FARFETCH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Doubling down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self-service tooling.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560320" cy="16459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YOU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 heavily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partner experience.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window is closing. Zalando is ahead. We must act now.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months. 10x partner growth. One modern platform.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2-4 weeks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1463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hours to onboard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2240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6,000 partners by 2027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order: TBD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3017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72 hours to first order *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= bottleneck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794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3794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= strategic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 NEW NORTH STAR METRIC (previously: 48h onboarding)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Companion App — 6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Submit, verify VAT, track status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contracts, EU-compliant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Self-paced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Orders, inventory, returns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4688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HELP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base, no phone calls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keys, webhooks, integrations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mobile-first platform. Every partner interaction in one place.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Partner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&amp; VAT auto-verify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website, fill company details, VAT verified automatically, account created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docs, KYC, digital 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KYC, DocuSign embedded signing with reminder escalation*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Shopify, sandbox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Pre-built integration, test in sandbox, fix any config issues, go live checklist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0972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 flow, go live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order received within 72 hours — she ships, Miinto handles the 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From application to first order in under 72 hours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 DocuSign reminder escalation at Hours 2, 4, 8, 24 to enforce signing responsiveness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56032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Before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After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 partners/month (team capacity)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500+ partners/month (system capacity)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2-4 week onboarding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48-hour onboarding completion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First order: undefined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&lt; 72 hours from application start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 total partners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6,000 partners by Dec 2027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Team = growth bottleneck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Team = strategic, not operational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810M+ incremental GMV potential (based on EUR 150k avg partner GMV — Finance to validate)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 — 4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011680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onboarding from weeks to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828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E-sign, KYC, wizard, sandbox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05840"/>
            <a:ext cx="2011680" cy="3291840"/>
          </a:xfrm>
          <a:prstGeom prst="rect">
            <a:avLst/>
          </a:prstGeom>
          <a:solidFill>
            <a:srgbClr val="2C3E7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self-service in 48h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834640"/>
            <a:ext cx="1828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Training, integrations,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2011680" cy="32918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26 – Q2 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 partners by mid-2027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834640"/>
            <a:ext cx="1828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app, analytics, EU expansion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005840"/>
            <a:ext cx="2011680" cy="329184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– Q4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6,000 partners by Dec 2027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834640"/>
            <a:ext cx="18288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9260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EU, advanced automation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NTS Migration Synergy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37744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Companion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377440" cy="1280160"/>
          </a:xfrm>
          <a:prstGeom prst="rect">
            <a:avLst/>
          </a:prstGeom>
          <a:solidFill>
            <a:srgbClr val="2C3E7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NTS Migration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377440" cy="1280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1887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access for partners already on NTS (Q3 2026)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partners onboard on POAS v2.5 + Companion App (Q2 2026)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partners migrate with full support (by Dec 2026)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RECOMMENDATION: Decouple at ship time — new partners ship on POAS v2.5 while NTS migrates in background. NTS readiness gates required before each phase.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&amp; Mitigations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493776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Severity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Mitigation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🔴 NTS coupling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CRITICAL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Decouple at ship time. NTS schema frozen 30 days before each release. Readiness gates per phase.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🔴 DocuSign SLA gap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Automated reminder escalation (Hours 2, 4, 8, 24). Signing deadline clause in contracts.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🟡 Integration complexity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Phased rollout. White-glove support for high-value legacy partners.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🟡 Market regulatory variation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MEDIUM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Partner Advisory Board to surface market-specific issues early.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🟡 Adoption resistance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MEDIUM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Named success manager for first 100 partners. Gather feedback, iterate.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We'll Measure Success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347472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23774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Baseline (Today)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Target (Dec 2027)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 partners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6,000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Onboarding time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2-4 weeks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 hours (to complete)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★ Time to first order (north star)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&lt; 72 hours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Partners onboarded/month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~20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500+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Partner NPS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50+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Self-service resolution rate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0%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80%+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Signing completion rate (within 48h)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N/A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&gt;75%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[X] over 18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to estimate by [date]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[Y] dedicated FTE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lead to propose by [date]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PRODUCT OWNER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Full-time, no split responsibilities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Must be named before Q2 kickoff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ENGINEERING LEAD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Full-time, no split responsibilities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Must be named before Q2 kickoff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19456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VALIDATION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20-partner Zapier prototype before Q2 kickoff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pre-kickoff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19456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2026, aligned with NTS migration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Proposed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2194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executive sponsor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Must be confirmed before SUMMIT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MIINTO  |  CONFIDENTIAL  |  Leadership Summit Q2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this, why now: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from 600 to 6,000 partners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limited only by boutique count — not by team capacity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Zalando ahead — window closes soon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Self-service removes the team bottleneck forever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this together.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— Strategic Re-evaluation 2026-05-05 | NTS decoupling | 72h first order | DocuSign SLA gates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Miinto Partner Self-Service Vision</dc:title>
  <dc:subject>Leadership Summit Q2 2026</dc:subject>
  <dc:creator>Miinto</dc:creator>
  <cp:lastModifiedBy>Miinto</cp:lastModifiedBy>
  <cp:revision>1</cp:revision>
  <dcterms:created xsi:type="dcterms:W3CDTF">2026-05-05T13:17:36Z</dcterms:created>
  <dcterms:modified xsi:type="dcterms:W3CDTF">2026-05-05T13:17:36Z</dcterms:modified>
</cp:coreProperties>
</file>